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70" r:id="rId13"/>
    <p:sldId id="265" r:id="rId14"/>
  </p:sldIdLst>
  <p:sldSz cx="18288000" cy="10287000"/>
  <p:notesSz cx="6858000" cy="9144000"/>
  <p:embeddedFontLst>
    <p:embeddedFont>
      <p:font typeface="Bahnschrift SemiLight" panose="020B0502040204020203" pitchFamily="34" charset="0"/>
      <p:regular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Gotham" panose="020B0604020202020204" charset="0"/>
      <p:regular r:id="rId21"/>
    </p:embeddedFont>
    <p:embeddedFont>
      <p:font typeface="Gotham Bold Italic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3" autoAdjust="0"/>
    <p:restoredTop sz="94622" autoAdjust="0"/>
  </p:normalViewPr>
  <p:slideViewPr>
    <p:cSldViewPr>
      <p:cViewPr varScale="1">
        <p:scale>
          <a:sx n="30" d="100"/>
          <a:sy n="30" d="100"/>
        </p:scale>
        <p:origin x="1747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C8D02-A1E7-4D83-9389-C66A8542C9DF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2B9B-D69C-4C21-9A9A-F1C50C9E997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BA2B9B-D69C-4C21-9A9A-F1C50C9E997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2 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590818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 Fest Event Ticket Booking System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Kakarla Harshitha – VTU25489 – 23UECS0750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 M.E.,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Ph.D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74668" y="6922992"/>
            <a:ext cx="1474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SDG:9 - Industry, Innovation and infrastructure</a:t>
            </a:r>
          </a:p>
          <a:p>
            <a:r>
              <a:rPr lang="en-US" sz="2000" dirty="0"/>
              <a:t>SDG 12 – Responsible Consumption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14514" y="2214542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Event ticket booking platforms allow users to browse, select, and purchase tickets for various events online.</a:t>
            </a:r>
            <a:br>
              <a:rPr lang="en-US" sz="3200" dirty="0"/>
            </a:br>
            <a:r>
              <a:rPr lang="en-US" sz="3200" dirty="0"/>
              <a:t>They simplify the process by eliminating the need for physical ticket counters.</a:t>
            </a:r>
          </a:p>
          <a:p>
            <a:r>
              <a:rPr lang="en-US" sz="3200" dirty="0"/>
              <a:t>These systems provide access to a wide range of events such as concerts, movies, sports, and conferences.</a:t>
            </a:r>
            <a:br>
              <a:rPr lang="en-US" sz="3200" dirty="0"/>
            </a:br>
            <a:r>
              <a:rPr lang="en-US" sz="3200" dirty="0"/>
              <a:t>Users can explore options based on date, location, and category.</a:t>
            </a:r>
          </a:p>
          <a:p>
            <a:r>
              <a:rPr lang="en-US" sz="3200" dirty="0"/>
              <a:t>The platform offers real-time seat availability and pricing information.</a:t>
            </a:r>
            <a:br>
              <a:rPr lang="en-US" sz="3200" dirty="0"/>
            </a:br>
            <a:r>
              <a:rPr lang="en-US" sz="3200" dirty="0"/>
              <a:t>This helps users make quick and informed booking decisions.</a:t>
            </a:r>
          </a:p>
          <a:p>
            <a:r>
              <a:rPr lang="en-US" sz="3200" dirty="0"/>
              <a:t>Secure online payment options are integrated for smooth transactions.</a:t>
            </a:r>
            <a:br>
              <a:rPr lang="en-US" sz="3200" dirty="0"/>
            </a:br>
            <a:r>
              <a:rPr lang="en-US" sz="3200" dirty="0"/>
              <a:t>Multiple payment methods like cards, UPI, and wallets are usually supported.</a:t>
            </a:r>
          </a:p>
          <a:p>
            <a:r>
              <a:rPr lang="en-US" sz="3200" dirty="0"/>
              <a:t>Users receive instant confirmation and digital tickets after booking.</a:t>
            </a:r>
            <a:br>
              <a:rPr lang="en-US" sz="3200" dirty="0"/>
            </a:br>
            <a:r>
              <a:rPr lang="en-US" sz="3200" dirty="0"/>
              <a:t>This reduces the risk of losing physical tickets and ensures convenience.</a:t>
            </a:r>
          </a:p>
          <a:p>
            <a:pPr marL="457200" indent="-457200">
              <a:buFontTx/>
              <a:buChar char="-"/>
            </a:pPr>
            <a:endParaRPr lang="en-US" sz="3200" dirty="0"/>
          </a:p>
          <a:p>
            <a:pPr marL="457200" indent="-457200">
              <a:buFontTx/>
              <a:buChar char="-"/>
            </a:pPr>
            <a:endParaRPr lang="en-US" sz="3200" dirty="0"/>
          </a:p>
          <a:p>
            <a:pPr marL="457200" indent="-457200">
              <a:buFontTx/>
              <a:buChar char="-"/>
            </a:pPr>
            <a:endParaRPr lang="en-US" sz="32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71638" y="2143104"/>
            <a:ext cx="15264853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Traditional ticket booking requires physical presence, causing long queues and inconvenience.</a:t>
            </a:r>
          </a:p>
          <a:p>
            <a:endParaRPr lang="en-US" sz="2800" dirty="0"/>
          </a:p>
          <a:p>
            <a:r>
              <a:rPr lang="en-US" sz="2800" dirty="0"/>
              <a:t>Lack of real-time updates leads to confusion in seat availability and booking status.</a:t>
            </a:r>
          </a:p>
          <a:p>
            <a:endParaRPr lang="en-US" sz="2800" dirty="0"/>
          </a:p>
          <a:p>
            <a:r>
              <a:rPr lang="en-US" sz="2800" dirty="0"/>
              <a:t>Manual systems are error-prone, resulting in incorrect or duplicate bookings.</a:t>
            </a:r>
          </a:p>
          <a:p>
            <a:r>
              <a:rPr lang="en-US" sz="2800" dirty="0"/>
              <a:t>Limited payment options reduce flexibility and slow down transactions.</a:t>
            </a:r>
          </a:p>
          <a:p>
            <a:r>
              <a:rPr lang="en-US" sz="2800" dirty="0"/>
              <a:t>Handling cancellations and refunds is difficult and often delayed in traditional systems.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19561" y="2342674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provide an easy and convenient online platform for booking event tickets. </a:t>
            </a:r>
          </a:p>
          <a:p>
            <a:r>
              <a:rPr lang="en-US" sz="2800" dirty="0"/>
              <a:t>To ensure real-time availability of seats and accurate booking information. </a:t>
            </a:r>
          </a:p>
          <a:p>
            <a:endParaRPr lang="en-US" sz="2800" dirty="0"/>
          </a:p>
          <a:p>
            <a:r>
              <a:rPr lang="en-US" sz="2800" dirty="0"/>
              <a:t>To enable secure and fast online payment options for users. </a:t>
            </a:r>
          </a:p>
          <a:p>
            <a:endParaRPr lang="en-US" sz="2800" dirty="0"/>
          </a:p>
          <a:p>
            <a:r>
              <a:rPr lang="en-US" sz="2800" dirty="0"/>
              <a:t>To reduce manual errors in ticket booking and management. </a:t>
            </a:r>
          </a:p>
          <a:p>
            <a:r>
              <a:rPr lang="en-US" sz="2800" dirty="0"/>
              <a:t>To offer quick confirmation and digital ticket generation. </a:t>
            </a:r>
          </a:p>
          <a:p>
            <a:r>
              <a:rPr lang="en-US" sz="2800" dirty="0"/>
              <a:t>To simplify cancellation, refund, and booking management processes. </a:t>
            </a:r>
          </a:p>
          <a:p>
            <a:r>
              <a:rPr lang="en-US" sz="2800" dirty="0"/>
              <a:t>To enhance user experience with notifications and personalized recommendations.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F666A2-BCA9-BDB1-ADC2-F70931AF0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49656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928762" y="1928790"/>
            <a:ext cx="15368077" cy="1058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/>
              <a:t>The proposed system provides an online platform for users to search and book event tickets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/>
              <a:t>It ensures real-time seat availability and prevents overbooking issues.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/>
              <a:t>The system supports secure online payment methods for smooth transactions.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400" dirty="0"/>
              <a:t> It generates instant booking confirmation and digital tickets for users.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400" dirty="0"/>
              <a:t>The system enhances user experience through notifications and personalized recommendations.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34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819400" y="7632258"/>
            <a:ext cx="15082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Input Layer: Users enter event details, select seats, and provide booking information through a web or mobile interface.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 Processing Layer: The system validates user inputs, checks seat availability, processes payments, and manages booking logic.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 Database Layer: Stores user data, event details, seat availability, and transaction records securely.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Output Layer: Displays booking confirmation, digital tickets, and notifications to the user.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291" name="Picture 3" descr="System design — Event ticketing system | Part 1 | by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58" y="1643038"/>
            <a:ext cx="7372350" cy="49625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6932958" y="3341664"/>
            <a:ext cx="61714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 descr="Docker : NodeJS and MySQL app with React in a docker - 2020">
            <a:extLst>
              <a:ext uri="{FF2B5EF4-FFF2-40B4-BE49-F238E27FC236}">
                <a16:creationId xmlns:a16="http://schemas.microsoft.com/office/drawing/2014/main" id="{92A99779-32E0-1CF0-B2C3-E228C7907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400" y="1669487"/>
            <a:ext cx="11492060" cy="734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57390" y="2428856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2800" dirty="0"/>
              <a:t>HTML, CSS, and JavaScript for building the user interface.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sz="2800" dirty="0"/>
              <a:t>Java, Python, Node.js, or PHP for handling server-side logic.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2800" dirty="0" err="1"/>
              <a:t>MySQL</a:t>
            </a:r>
            <a:r>
              <a:rPr lang="en-US" sz="2800" dirty="0"/>
              <a:t>, </a:t>
            </a:r>
            <a:r>
              <a:rPr lang="en-US" sz="2800" dirty="0" err="1"/>
              <a:t>PostgreSQL</a:t>
            </a:r>
            <a:r>
              <a:rPr lang="en-US" sz="2800" dirty="0"/>
              <a:t>, or </a:t>
            </a:r>
            <a:r>
              <a:rPr lang="en-US" sz="2800" dirty="0" err="1"/>
              <a:t>MongoDB</a:t>
            </a:r>
            <a:r>
              <a:rPr lang="en-US" sz="2800" dirty="0"/>
              <a:t> for storing user and booking data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r>
              <a:rPr lang="en-US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2800" dirty="0" err="1"/>
              <a:t>Razorpay</a:t>
            </a:r>
            <a:r>
              <a:rPr lang="en-US" sz="2800" dirty="0"/>
              <a:t>, Stripe, or PayPal for secure online transactions. APIs: </a:t>
            </a:r>
            <a:r>
              <a:rPr lang="en-US" sz="2800" dirty="0" err="1"/>
              <a:t>RESTful</a:t>
            </a:r>
            <a:r>
              <a:rPr lang="en-US" sz="2800" dirty="0"/>
              <a:t> APIs for communication between frontend and backend systems. JWT or </a:t>
            </a:r>
            <a:r>
              <a:rPr lang="en-US" sz="2800" dirty="0" err="1"/>
              <a:t>OAuth</a:t>
            </a:r>
            <a:r>
              <a:rPr lang="en-US" sz="2800" dirty="0"/>
              <a:t> for secure user login and session management. AWS, Azure, or Google Cloud for hosting and scalability.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37766" y="1664341"/>
            <a:ext cx="15082325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200" b="1" dirty="0">
                <a:latin typeface="Bahnschrift SemiLight" pitchFamily="34" charset="0"/>
              </a:rPr>
              <a:t>User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 Handles user registration, login, profile management, and browsing of available events.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400" b="1" dirty="0"/>
              <a:t>Event Management Module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 Allows </a:t>
            </a:r>
            <a:r>
              <a:rPr lang="en-US" sz="2800" dirty="0" err="1"/>
              <a:t>admins</a:t>
            </a:r>
            <a:r>
              <a:rPr lang="en-US" sz="2800" dirty="0"/>
              <a:t> to create, update, and manage event details, schedules, and ticket pricing.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400" b="1" dirty="0"/>
              <a:t>Booking Module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 Manages ticket selection, seat availability, booking process, and confirmation generation.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r>
              <a:rPr lang="en-US" sz="2800" b="1" dirty="0"/>
              <a:t> : Payment Module: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 Handles secure payment processing, transaction verification, and payment status updates.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E0F74F-E072-F47E-8133-46E46976D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456" y="2314897"/>
            <a:ext cx="10155224" cy="633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ED04A-1BC3-53B1-C8AD-5DB886B03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587" y="2093386"/>
            <a:ext cx="10801200" cy="621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FA405478-0BA8-4A85-A81A-B9346174FE61}"/>
              </a:ext>
            </a:extLst>
          </p:cNvPr>
          <p:cNvSpPr txBox="1"/>
          <p:nvPr/>
        </p:nvSpPr>
        <p:spPr>
          <a:xfrm>
            <a:off x="17817087" y="290493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DA98C-EF64-4FC9-6D49-B83F896B1B65}"/>
              </a:ext>
            </a:extLst>
          </p:cNvPr>
          <p:cNvSpPr txBox="1"/>
          <p:nvPr/>
        </p:nvSpPr>
        <p:spPr>
          <a:xfrm>
            <a:off x="2531866" y="2138675"/>
            <a:ext cx="14051280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buFont typeface="+mj-lt"/>
              <a:buAutoNum type="arabicPeriod"/>
            </a:pPr>
            <a:r>
              <a:rPr lang="en-US" sz="3400" dirty="0"/>
              <a:t>Provides 24/7 access to book tickets anytime and from anywhere. Eliminates long queues and saves time for users. </a:t>
            </a:r>
          </a:p>
          <a:p>
            <a:pPr>
              <a:buFont typeface="+mj-lt"/>
              <a:buAutoNum type="arabicPeriod"/>
            </a:pPr>
            <a:r>
              <a:rPr lang="en-US" sz="3400" dirty="0"/>
              <a:t>Offers real-time seat availability and instant booking confirmation.</a:t>
            </a:r>
          </a:p>
          <a:p>
            <a:pPr>
              <a:buFont typeface="+mj-lt"/>
              <a:buAutoNum type="arabicPeriod"/>
            </a:pPr>
            <a:r>
              <a:rPr lang="en-US" sz="3400" dirty="0"/>
              <a:t> Supports multiple secure online payment options. </a:t>
            </a:r>
          </a:p>
          <a:p>
            <a:pPr>
              <a:buFont typeface="+mj-lt"/>
              <a:buAutoNum type="arabicPeriod"/>
            </a:pPr>
            <a:r>
              <a:rPr lang="en-US" sz="3400" dirty="0"/>
              <a:t>Enables easy management of bookings, cancellations, and </a:t>
            </a:r>
            <a:r>
              <a:rPr lang="en-US" sz="3400" dirty="0" err="1"/>
              <a:t>refunds.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ased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tracking.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400" dirty="0"/>
              <a:t>1.Requires internet access and basic technical knowledge to use. </a:t>
            </a:r>
          </a:p>
          <a:p>
            <a:r>
              <a:rPr lang="en-US" sz="3400" dirty="0"/>
              <a:t>2.System failures or server downtime can affect bookings. </a:t>
            </a:r>
          </a:p>
          <a:p>
            <a:r>
              <a:rPr lang="en-US" sz="3400" dirty="0"/>
              <a:t>3.Security risks like data breaches or payment fraud may occur. </a:t>
            </a:r>
          </a:p>
          <a:p>
            <a:r>
              <a:rPr lang="en-US" sz="3400" dirty="0"/>
              <a:t>4.Additional service charges may increase ticket cost. </a:t>
            </a:r>
          </a:p>
          <a:p>
            <a:r>
              <a:rPr lang="en-US" sz="3400" dirty="0"/>
              <a:t>5.Dependence on digital devices may limit access for some users. </a:t>
            </a:r>
          </a:p>
          <a:p>
            <a:pPr>
              <a:buNone/>
            </a:pPr>
            <a:endParaRPr lang="en-US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935</Words>
  <Application>Microsoft Office PowerPoint</Application>
  <PresentationFormat>Custom</PresentationFormat>
  <Paragraphs>244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Bahnschrift SemiLight</vt:lpstr>
      <vt:lpstr>Gotham Bold Italics</vt:lpstr>
      <vt:lpstr>Cambria</vt:lpstr>
      <vt:lpstr>Arial</vt:lpstr>
      <vt:lpstr>Gotham</vt:lpstr>
      <vt:lpstr>Times New Roman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Harshitha Kakarla</cp:lastModifiedBy>
  <cp:revision>24</cp:revision>
  <dcterms:created xsi:type="dcterms:W3CDTF">2006-08-16T00:00:00Z</dcterms:created>
  <dcterms:modified xsi:type="dcterms:W3CDTF">2026-05-05T17:37:22Z</dcterms:modified>
  <dc:identifier>DAHCaYqJ9OU</dc:identifier>
</cp:coreProperties>
</file>